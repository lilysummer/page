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07" d="100"/>
          <a:sy n="107" d="100"/>
        </p:scale>
        <p:origin x="928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E68EFB-470F-0B45-50F7-A5C48A631F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9CF8A2B-9F63-9078-44BA-E7CCC1B81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2E3F49-7272-FE03-1C51-6DE072B2C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312A8-838F-5F46-963E-D6559AAF8BD6}" type="datetimeFigureOut">
              <a:rPr kumimoji="1" lang="ko-KR" altLang="en-US" smtClean="0"/>
              <a:t>2025. 5. 6.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EFA816-54E6-C9D1-A020-938D71DFE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A06D1B-9186-71A6-37D3-DB297F6C8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D570-1E6D-D541-A47E-9D5B3A17868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47385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84122E-B580-2E23-274A-6E19F3C10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6F25A0-AC14-B1F4-EF43-73EDCDDFB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5BA0A1-CDC9-93D2-DCCC-411946B14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312A8-838F-5F46-963E-D6559AAF8BD6}" type="datetimeFigureOut">
              <a:rPr kumimoji="1" lang="ko-KR" altLang="en-US" smtClean="0"/>
              <a:t>2025. 5. 6.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F34536-B10D-90F7-0EC5-0AF41217F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F73100-607E-CA60-39FA-8B2BBC39F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D570-1E6D-D541-A47E-9D5B3A17868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51524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071E74-3E46-0878-3794-183302F75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52472F-E8FE-A79A-1CB7-C9F375E8C3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66C51B-DC15-3115-BC35-0500746D5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312A8-838F-5F46-963E-D6559AAF8BD6}" type="datetimeFigureOut">
              <a:rPr kumimoji="1" lang="ko-KR" altLang="en-US" smtClean="0"/>
              <a:t>2025. 5. 6.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30F01-32EA-FF6A-315D-E58B6A61C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F69E91-58DE-80D8-1B7E-903A1ADAA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D570-1E6D-D541-A47E-9D5B3A17868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64768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E4058D-B5D6-D77C-039D-9CE2D051E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ACA84D-6DA4-5C54-33B8-049D2EB7B5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C1E7928-5FE3-750F-AF67-26351E3172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21ED39-C076-F7FE-1F24-5E2985986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312A8-838F-5F46-963E-D6559AAF8BD6}" type="datetimeFigureOut">
              <a:rPr kumimoji="1" lang="ko-KR" altLang="en-US" smtClean="0"/>
              <a:t>2025. 5. 6.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F48F92-EA90-A59B-7030-40A103EF8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901B56-3B07-5658-0FA7-F4CD28B62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D570-1E6D-D541-A47E-9D5B3A17868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57866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99482D-2441-838E-E12C-49DBE6566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DAEC82-C8E5-051F-24D0-A9DB2C59B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814BD54-E79F-DDE5-8C55-0B5432C79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2D3729F-C101-201B-79A6-49535897F9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A14394E-5761-850F-7526-FC7A32CDC0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7372DA1-8AAB-BFC6-527C-349B7CDF8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312A8-838F-5F46-963E-D6559AAF8BD6}" type="datetimeFigureOut">
              <a:rPr kumimoji="1" lang="ko-KR" altLang="en-US" smtClean="0"/>
              <a:t>2025. 5. 6.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E0ECB52-8021-8FC4-45BD-50C994C30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388F700-BC19-C680-00CA-80C97EB0C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D570-1E6D-D541-A47E-9D5B3A17868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29788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31B544-9A9E-2CB4-B5F7-E44370D6A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9E3C3B-007D-6E92-6C87-50F4B18D5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312A8-838F-5F46-963E-D6559AAF8BD6}" type="datetimeFigureOut">
              <a:rPr kumimoji="1" lang="ko-KR" altLang="en-US" smtClean="0"/>
              <a:t>2025. 5. 6.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0426A97-D9B7-B835-F937-78C75EC57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F8D67F5-8CAA-D95B-3CE8-87B990347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D570-1E6D-D541-A47E-9D5B3A17868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76960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7083188-9188-7D99-CDC3-2D76506F9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312A8-838F-5F46-963E-D6559AAF8BD6}" type="datetimeFigureOut">
              <a:rPr kumimoji="1" lang="ko-KR" altLang="en-US" smtClean="0"/>
              <a:t>2025. 5. 6.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25CA378-A4D4-8B6C-EB3C-10471DFBF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0F9BA0-260A-D7F3-7F72-009E91F7D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D570-1E6D-D541-A47E-9D5B3A17868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09187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020C1E-DCC6-C9CD-658E-B6C0AC16E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4F3D03-C796-CF9E-0E4F-CA8DB4F19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A3C3D24-486E-296A-E6E7-CD91DD536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5D556C-406C-AA7A-9CDE-67743D1C5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312A8-838F-5F46-963E-D6559AAF8BD6}" type="datetimeFigureOut">
              <a:rPr kumimoji="1" lang="ko-KR" altLang="en-US" smtClean="0"/>
              <a:t>2025. 5. 6.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8E14802-0DBA-3389-419B-9A9C8B677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484E24-BD0A-BF8D-7F19-BDCAF5E1D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D570-1E6D-D541-A47E-9D5B3A17868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73152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7C2BBD-B432-BC3B-5A52-2B3299C25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6EF189C-C0A9-1242-CA95-D3066220C1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7B9388-67F1-D0A1-786E-B10E3FB7F2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2D8EA7-40A1-0173-69E1-50E67FDFD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312A8-838F-5F46-963E-D6559AAF8BD6}" type="datetimeFigureOut">
              <a:rPr kumimoji="1" lang="ko-KR" altLang="en-US" smtClean="0"/>
              <a:t>2025. 5. 6.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D83B9E-15F0-C56B-DBC1-02C6F631A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5F14B4-4129-46C1-3810-B88D2190B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D570-1E6D-D541-A47E-9D5B3A17868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99861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8C008B-943A-9937-65AA-DE2A9E794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BB14F37-7621-2D83-4747-8B86E96622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D8F6FE-5BA9-F395-D1F8-6EFAE4548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312A8-838F-5F46-963E-D6559AAF8BD6}" type="datetimeFigureOut">
              <a:rPr kumimoji="1" lang="ko-KR" altLang="en-US" smtClean="0"/>
              <a:t>2025. 5. 6.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0A6821-9F0A-9178-759C-AEE869AAA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39F33A-5771-2553-B54E-6323BFA32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D570-1E6D-D541-A47E-9D5B3A17868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30782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22D91AD-F98E-20A4-8826-7F7FF109BD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7FC5E27-F87A-4ACA-DDD3-20894947C6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50C2CE-242C-3073-6E45-9C3371F78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312A8-838F-5F46-963E-D6559AAF8BD6}" type="datetimeFigureOut">
              <a:rPr kumimoji="1" lang="ko-KR" altLang="en-US" smtClean="0"/>
              <a:t>2025. 5. 6.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6C038A-CD9B-6227-9858-57A011F32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509479-3809-0BB8-E14B-E86518C5A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D570-1E6D-D541-A47E-9D5B3A17868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16881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C7BCD21-B9D6-9DF4-0F47-22F96E61C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CCE8FE1-21B6-621E-6734-AE27C55EF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A9B5E3-393B-5B0C-EE23-790FC47FAF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2312A8-838F-5F46-963E-D6559AAF8BD6}" type="datetimeFigureOut">
              <a:rPr kumimoji="1" lang="ko-KR" altLang="en-US" smtClean="0"/>
              <a:t>2025. 5. 6.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8E08DC-1179-A33C-D4C7-3EA61FB8C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D267FF-1712-EE77-2D12-2849809D5D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23D570-1E6D-D541-A47E-9D5B3A17868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25434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안경, 인간의 얼굴, 의류, 그림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E485130-1120-222F-5AF8-8F35ACDD8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713" b="97998" l="9961" r="92529">
                        <a14:foregroundMark x1="52344" y1="8984" x2="56543" y2="19385"/>
                        <a14:foregroundMark x1="49756" y1="5713" x2="51172" y2="6738"/>
                        <a14:foregroundMark x1="19824" y1="90918" x2="31787" y2="94824"/>
                        <a14:foregroundMark x1="31787" y1="94824" x2="79346" y2="87695"/>
                        <a14:foregroundMark x1="79346" y1="87695" x2="87695" y2="93164"/>
                        <a14:foregroundMark x1="13770" y1="97119" x2="20557" y2="99121"/>
                        <a14:foregroundMark x1="20557" y1="99121" x2="62012" y2="97510"/>
                        <a14:foregroundMark x1="62012" y1="97510" x2="85107" y2="98340"/>
                        <a14:foregroundMark x1="85107" y1="98340" x2="92139" y2="97852"/>
                        <a14:foregroundMark x1="92139" y1="97852" x2="92529" y2="97998"/>
                        <a14:foregroundMark x1="59131" y1="81885" x2="60498" y2="87598"/>
                        <a14:foregroundMark x1="27588" y1="82422" x2="30908" y2="85352"/>
                        <a14:foregroundMark x1="30029" y1="71191" x2="53711" y2="68457"/>
                        <a14:foregroundMark x1="53711" y1="68457" x2="60742" y2="69922"/>
                        <a14:foregroundMark x1="60742" y1="69922" x2="67432" y2="77051"/>
                        <a14:foregroundMark x1="80420" y1="92627" x2="81787" y2="83789"/>
                        <a14:foregroundMark x1="81787" y1="83789" x2="77979" y2="75098"/>
                        <a14:foregroundMark x1="77979" y1="75098" x2="65039" y2="65283"/>
                        <a14:foregroundMark x1="65039" y1="65283" x2="28564" y2="66699"/>
                        <a14:foregroundMark x1="28564" y1="66699" x2="22705" y2="71338"/>
                        <a14:foregroundMark x1="22705" y1="71338" x2="13818" y2="92871"/>
                        <a14:foregroundMark x1="13818" y1="92871" x2="21826" y2="94727"/>
                        <a14:foregroundMark x1="21826" y1="94727" x2="29785" y2="93701"/>
                        <a14:foregroundMark x1="29785" y1="93701" x2="56885" y2="82080"/>
                        <a14:foregroundMark x1="56885" y1="82080" x2="64063" y2="82129"/>
                        <a14:foregroundMark x1="64063" y1="82129" x2="82861" y2="89014"/>
                        <a14:backgroundMark x1="10449" y1="87793" x2="12207" y2="86426"/>
                        <a14:backgroundMark x1="12012" y1="2930" x2="12891" y2="86426"/>
                        <a14:backgroundMark x1="13232" y1="84326" x2="13916" y2="83789"/>
                        <a14:backgroundMark x1="12012" y1="86572" x2="13428" y2="84668"/>
                        <a14:backgroundMark x1="13428" y1="84521" x2="12354" y2="86768"/>
                        <a14:backgroundMark x1="13232" y1="85010" x2="13574" y2="8535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136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1630</TotalTime>
  <Words>0</Words>
  <Application>Microsoft Macintosh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sooryeon youn</dc:creator>
  <cp:lastModifiedBy>sooryeon youn</cp:lastModifiedBy>
  <cp:revision>1</cp:revision>
  <dcterms:created xsi:type="dcterms:W3CDTF">2025-05-06T01:01:44Z</dcterms:created>
  <dcterms:modified xsi:type="dcterms:W3CDTF">2025-05-07T04:12:13Z</dcterms:modified>
</cp:coreProperties>
</file>